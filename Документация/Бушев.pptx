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57" r:id="rId5"/>
    <p:sldId id="258" r:id="rId6"/>
    <p:sldId id="267" r:id="rId7"/>
    <p:sldId id="261" r:id="rId8"/>
    <p:sldId id="262" r:id="rId9"/>
    <p:sldId id="268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62" autoAdjust="0"/>
    <p:restoredTop sz="88000" autoAdjust="0"/>
  </p:normalViewPr>
  <p:slideViewPr>
    <p:cSldViewPr>
      <p:cViewPr>
        <p:scale>
          <a:sx n="66" d="100"/>
          <a:sy n="66" d="100"/>
        </p:scale>
        <p:origin x="2526" y="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263CE-E13A-49F7-AA40-C2BC4B27E234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7FAC2-A3A1-47BC-A0B2-87ED8797A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6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реализована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языке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(версия 22) с использованием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работы с базами данных выбрана СУБД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веб-интерфейса использован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шаблонизатор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Thymeleaf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Технологический стек: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MVC,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JPA,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сборка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генерация PDF через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OpenPDF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7FAC2-A3A1-47BC-A0B2-87ED8797A9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9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34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74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4854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23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453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449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44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886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133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67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02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7D05-7FB1-4359-BDE2-9C5DB88752B3}" type="datetimeFigureOut">
              <a:rPr lang="ru-RU" smtClean="0"/>
              <a:t>07.05.2026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19400-6AC1-4435-A150-399614DE0E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97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802095"/>
            <a:ext cx="8408232" cy="1470025"/>
          </a:xfrm>
        </p:spPr>
        <p:txBody>
          <a:bodyPr>
            <a:normAutofit/>
          </a:bodyPr>
          <a:lstStyle/>
          <a:p>
            <a:r>
              <a:rPr lang="ru-RU" sz="3600" b="1" u="sng" dirty="0"/>
              <a:t>Фабрика по производству мебели</a:t>
            </a:r>
            <a:endParaRPr lang="ru-RU" sz="3600" b="1" u="sng" dirty="0"/>
          </a:p>
        </p:txBody>
      </p:sp>
      <p:sp>
        <p:nvSpPr>
          <p:cNvPr id="6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067944" y="4365104"/>
            <a:ext cx="4752528" cy="2016224"/>
          </a:xfrm>
        </p:spPr>
        <p:txBody>
          <a:bodyPr>
            <a:noAutofit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Выпускная квалификационная работа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студента </a:t>
            </a:r>
            <a:r>
              <a:rPr lang="ru-RU" sz="2000" dirty="0">
                <a:solidFill>
                  <a:schemeClr val="tx1"/>
                </a:solidFill>
                <a:cs typeface="Times New Roman" pitchFamily="18" charset="0"/>
              </a:rPr>
              <a:t>группы </a:t>
            </a:r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227</a:t>
            </a:r>
            <a:r>
              <a:rPr lang="en-US" sz="2000" dirty="0" smtClean="0">
                <a:solidFill>
                  <a:schemeClr val="tx1"/>
                </a:solidFill>
                <a:cs typeface="Times New Roman" pitchFamily="18" charset="0"/>
              </a:rPr>
              <a:t>: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b="1" dirty="0" err="1" smtClean="0">
                <a:solidFill>
                  <a:schemeClr val="tx1"/>
                </a:solidFill>
                <a:cs typeface="Times New Roman" pitchFamily="18" charset="0"/>
              </a:rPr>
              <a:t>Бушева</a:t>
            </a:r>
            <a:r>
              <a:rPr lang="ru-RU" sz="2000" b="1" dirty="0" smtClean="0">
                <a:solidFill>
                  <a:schemeClr val="tx1"/>
                </a:solidFill>
                <a:cs typeface="Times New Roman" pitchFamily="18" charset="0"/>
              </a:rPr>
              <a:t> А.А.</a:t>
            </a:r>
            <a:endParaRPr lang="en-US" sz="2000" b="1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Руководитель</a:t>
            </a:r>
            <a:r>
              <a:rPr lang="ru-RU" sz="2000" dirty="0">
                <a:solidFill>
                  <a:schemeClr val="tx1"/>
                </a:solidFill>
                <a:cs typeface="Times New Roman" pitchFamily="18" charset="0"/>
              </a:rPr>
              <a:t>: </a:t>
            </a:r>
            <a:endParaRPr lang="en-US" sz="200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ru-RU" sz="2000" dirty="0" smtClean="0">
                <a:solidFill>
                  <a:schemeClr val="tx1"/>
                </a:solidFill>
                <a:cs typeface="Times New Roman" pitchFamily="18" charset="0"/>
              </a:rPr>
              <a:t>Бабкин Ю.А.</a:t>
            </a:r>
            <a:endParaRPr lang="ru-RU" sz="2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95" y="230781"/>
            <a:ext cx="1562930" cy="156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4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288" y="980728"/>
            <a:ext cx="8445500" cy="338437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ru-RU" sz="2400" dirty="0"/>
              <a:t>Программа предназначена для автоматизации производственной и складской деятельности мебельной фабрики. Основная идея – реализация производственной логики: </a:t>
            </a:r>
            <a:r>
              <a:rPr lang="ru-RU" sz="2400" b="1" dirty="0"/>
              <a:t>материалы → производственные заказы → готовая продукция</a:t>
            </a:r>
            <a:r>
              <a:rPr lang="ru-RU" sz="2400" dirty="0"/>
              <a:t>. Система позволяет вести учёт материалов, готовой продукции, клиентов, создавать производственные заказы, оформлять отгрузки, формировать отчёты и управлять пользователями.</a:t>
            </a:r>
            <a:endParaRPr lang="ru-RU" sz="2000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НАЗНАЧЕНИЕ ПРОГРАММЫ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9282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РЕАЛИЗАЦИЯ ПРОГРАММЫ</a:t>
            </a: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43" y="724183"/>
            <a:ext cx="3960440" cy="13473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768" y="1360755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Операционная система</a:t>
            </a:r>
            <a:endParaRPr lang="ru-R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61423" y="2521072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Язык программирования</a:t>
            </a:r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9552" y="4133430"/>
            <a:ext cx="552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Интегрированная среда разработки </a:t>
            </a:r>
            <a:endParaRPr lang="ru-R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27584" y="574489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Система управления баз данных</a:t>
            </a:r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69" y="1564310"/>
            <a:ext cx="981543" cy="180014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69" y="3573016"/>
            <a:ext cx="1404529" cy="140452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131" y="5358781"/>
            <a:ext cx="2294384" cy="11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6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64341" y="1556792"/>
            <a:ext cx="8466028" cy="115212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800" dirty="0" smtClean="0"/>
              <a:t>разработать </a:t>
            </a:r>
            <a:r>
              <a:rPr lang="ru-RU" sz="2800" dirty="0"/>
              <a:t>информационную систему для автоматизации производственной и складской деятельности мебельной фабрики с разграничением прав доступа и возможностью формирования отчётности.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ЦЕЛЬ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169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365879" y="980728"/>
            <a:ext cx="8515479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Спроектировать базу </a:t>
            </a:r>
            <a:r>
              <a:rPr lang="ru-RU" dirty="0" smtClean="0"/>
              <a:t>данных</a:t>
            </a:r>
            <a:endParaRPr lang="ru-RU" dirty="0"/>
          </a:p>
          <a:p>
            <a:r>
              <a:rPr lang="ru-RU" dirty="0"/>
              <a:t>Реализовать авторизацию с шифрованием паролей </a:t>
            </a:r>
            <a:r>
              <a:rPr lang="ru-RU" dirty="0" err="1"/>
              <a:t>BCrypt</a:t>
            </a:r>
            <a:r>
              <a:rPr lang="ru-RU" dirty="0"/>
              <a:t> и разграничением прав доступа (директор, мастер, кладовщик)</a:t>
            </a:r>
          </a:p>
          <a:p>
            <a:r>
              <a:rPr lang="ru-RU" dirty="0"/>
              <a:t>Реализовать CRUD-операции для материалов, продукции, клиентов и пользователей</a:t>
            </a:r>
          </a:p>
          <a:p>
            <a:r>
              <a:rPr lang="ru-RU" dirty="0"/>
              <a:t>Реализовать производственные заказы: создание, запуск, списание материалов, завершение, расчёт себестоимости</a:t>
            </a:r>
          </a:p>
          <a:p>
            <a:r>
              <a:rPr lang="ru-RU" dirty="0"/>
              <a:t>Реализовать отгрузку готовой продукции и формирование отчётов с экспортом в </a:t>
            </a:r>
            <a:r>
              <a:rPr lang="ru-RU" dirty="0" err="1" smtClean="0"/>
              <a:t>Excel</a:t>
            </a:r>
            <a:endParaRPr lang="ru-RU" dirty="0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ЗАДАЧИ ПРОЕКТА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88761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445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3200" dirty="0" smtClean="0"/>
              <a:t>АЛГОРИТМ РАБОТЫ С ПРИЛОЖЕНИЕМ</a:t>
            </a:r>
            <a:endParaRPr lang="ru-RU" sz="32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958647"/>
              </p:ext>
            </p:extLst>
          </p:nvPr>
        </p:nvGraphicFramePr>
        <p:xfrm>
          <a:off x="549969" y="908720"/>
          <a:ext cx="8096250" cy="547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Visio" r:id="rId3" imgW="26943996" imgH="22200349" progId="Visio.Drawing.11">
                  <p:embed/>
                </p:oleObj>
              </mc:Choice>
              <mc:Fallback>
                <p:oleObj name="Visio" r:id="rId3" imgW="26943996" imgH="222003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69" y="908720"/>
                        <a:ext cx="8096250" cy="54726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960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2800" dirty="0" smtClean="0"/>
              <a:t>СТРУКТУРНАЯ ОРГАНИЗАЦИЯ ДАННЫХ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052736"/>
            <a:ext cx="5737127" cy="561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1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idx="1"/>
          </p:nvPr>
        </p:nvSpPr>
        <p:spPr>
          <a:xfrm>
            <a:off x="323528" y="116632"/>
            <a:ext cx="8820472" cy="1440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/>
              <a:t>Предлагаю Вам ознакомиться с демонстрацией возможностей программы</a:t>
            </a: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97" y="1340768"/>
            <a:ext cx="5752133" cy="530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0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8394" y="1340768"/>
            <a:ext cx="8265170" cy="648072"/>
          </a:xfrm>
          <a:noFill/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Все поставленные задачи были реализованы</a:t>
            </a:r>
            <a:endParaRPr lang="ru-RU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65819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4869" y="188913"/>
            <a:ext cx="8140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ru-RU" sz="2800" dirty="0" smtClean="0"/>
              <a:t>ВЫВОД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045577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Words>154</Words>
  <Application>Microsoft Office PowerPoint</Application>
  <PresentationFormat>Экран (4:3)</PresentationFormat>
  <Paragraphs>29</Paragraphs>
  <Slides>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Visio</vt:lpstr>
      <vt:lpstr>Фабрика по производству мебели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данных Студии Танцев (модуль обработки данных)</dc:title>
  <dc:creator>Сафиулин</dc:creator>
  <cp:lastModifiedBy>Main</cp:lastModifiedBy>
  <cp:revision>59</cp:revision>
  <dcterms:created xsi:type="dcterms:W3CDTF">2015-06-13T14:24:23Z</dcterms:created>
  <dcterms:modified xsi:type="dcterms:W3CDTF">2026-05-07T11:31:28Z</dcterms:modified>
</cp:coreProperties>
</file>